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png" ContentType="image/png"/>
  <Default Extension="xml" ContentType="application/xml"/>
  <Default Extension="gif" ContentType="image/gif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</Types>
</file>

<file path=_rels/.rels><?xml version="1.0" encoding="UTF-8" standalone="yes"?><Relationships xmlns="http://schemas.openxmlformats.org/package/2006/relationships"><Relationship Target="ppt/presentation.xml" Type="http://schemas.openxmlformats.org/officeDocument/2006/relationships/officeDocument" Id="rId1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aveSubsetFonts="1" autoCompressPictures="0" mc:PreserveAttributes="mv:*" mc:Ignorable="mv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y="9144000" cx="6858000"/>
  <p:defaultTextStyle>
    <a:defPPr algn="l" rtl="0" marR="0">
      <a:lnSpc>
        <a:spcPct val="100000"/>
      </a:lnSpc>
      <a:spcBef>
        <a:spcPts val="0"/>
      </a:spcBef>
      <a:spcAft>
        <a:spcPts val="0"/>
      </a:spcAft>
    </a:defPPr>
    <a:lvl1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90651C3A-4460-11DB-9652-00E08161165F}"/>
</file>

<file path=ppt/_rels/presentation.xml.rels><?xml version="1.0" encoding="UTF-8" standalone="yes"?><Relationships xmlns="http://schemas.openxmlformats.org/package/2006/relationships"><Relationship Target="slides/slide13.xml" Type="http://schemas.openxmlformats.org/officeDocument/2006/relationships/slide" Id="rId18"/><Relationship Target="slides/slide12.xml" Type="http://schemas.openxmlformats.org/officeDocument/2006/relationships/slide" Id="rId17"/><Relationship Target="slides/slide11.xml" Type="http://schemas.openxmlformats.org/officeDocument/2006/relationships/slide" Id="rId16"/><Relationship Target="slides/slide10.xml" Type="http://schemas.openxmlformats.org/officeDocument/2006/relationships/slide" Id="rId15"/><Relationship Target="slides/slide9.xml" Type="http://schemas.openxmlformats.org/officeDocument/2006/relationships/slide" Id="rId14"/><Relationship Target="presProps.xml" Type="http://schemas.openxmlformats.org/officeDocument/2006/relationships/presProps" Id="rId2"/><Relationship Target="slides/slide7.xml" Type="http://schemas.openxmlformats.org/officeDocument/2006/relationships/slide" Id="rId12"/><Relationship Target="theme/theme3.xml" Type="http://schemas.openxmlformats.org/officeDocument/2006/relationships/theme" Id="rId1"/><Relationship Target="slides/slide8.xml" Type="http://schemas.openxmlformats.org/officeDocument/2006/relationships/slide" Id="rId13"/><Relationship Target="slideMasters/slideMaster1.xml" Type="http://schemas.openxmlformats.org/officeDocument/2006/relationships/slideMaster" Id="rId4"/><Relationship Target="slides/slide5.xml" Type="http://schemas.openxmlformats.org/officeDocument/2006/relationships/slide" Id="rId10"/><Relationship Target="tableStyles.xml" Type="http://schemas.openxmlformats.org/officeDocument/2006/relationships/tableStyles" Id="rId3"/><Relationship Target="slides/slide6.xml" Type="http://schemas.openxmlformats.org/officeDocument/2006/relationships/slide" Id="rId11"/><Relationship Target="slides/slide4.xml" Type="http://schemas.openxmlformats.org/officeDocument/2006/relationships/slide" Id="rId9"/><Relationship Target="slides/slide1.xml" Type="http://schemas.openxmlformats.org/officeDocument/2006/relationships/slide" Id="rId6"/><Relationship Target="notesMasters/notesMaster1.xml" Type="http://schemas.openxmlformats.org/officeDocument/2006/relationships/notesMaster" Id="rId5"/><Relationship Target="slides/slide3.xml" Type="http://schemas.openxmlformats.org/officeDocument/2006/relationships/slide" Id="rId8"/><Relationship Target="slides/slide2.xml" Type="http://schemas.openxmlformats.org/officeDocument/2006/relationships/slide" Id="rId7"/></Relationships>
</file>

<file path=ppt/notesMasters/_rels/notesMaster1.xml.rels><?xml version="1.0" encoding="UTF-8" standalone="yes"?><Relationships xmlns="http://schemas.openxmlformats.org/package/2006/relationships"><Relationship Target="../theme/theme1.xml" Type="http://schemas.openxmlformats.org/officeDocument/2006/relationships/theme" Id="rId1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" name="Shape 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Shape 2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" name="Shape 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</p:notesMaster>
</file>

<file path=ppt/notesSlides/_rels/notesSlide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36" name="Shape 3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7" name="Shape 37"/>
          <p:cNvSpPr/>
          <p:nvPr>
            <p:ph idx="2" type="sldImg"/>
          </p:nvPr>
        </p:nvSpPr>
        <p:spPr>
          <a:xfrm>
            <a:off y="685800" x="1143225"/>
            <a:ext cy="3429000" cx="4572225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8" name="Shape 3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42" name="Shape 4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3" name="Shape 43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44" name="Shape 4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50" name="Shape 5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1" name="Shape 5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58" name="Shape 5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9" name="Shape 59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60" name="Shape 6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64" name="Shape 6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5" name="Shape 65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66" name="Shape 6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70" name="Shape 7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1" name="Shape 71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72" name="Shape 7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77" name="Shape 7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8" name="Shape 78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79" name="Shape 7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83" name="Shape 8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4" name="Shape 84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85" name="Shape 85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89" name="Shape 8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0" name="Shape 90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91" name="Shape 91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95" name="Shape 9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6" name="Shape 96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97" name="Shape 97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02" name="Shape 10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3" name="Shape 103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04" name="Shape 10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08" name="Shape 10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9" name="Shape 109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10" name="Shape 11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16" name="Shape 11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7" name="Shape 117"/>
          <p:cNvSpPr/>
          <p:nvPr>
            <p:ph idx="2" type="sldImg"/>
          </p:nvPr>
        </p:nvSpPr>
        <p:spPr>
          <a:xfrm>
            <a:off y="685800" x="1143225"/>
            <a:ext cy="3429000" cx="4572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18" name="Shape 11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2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3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4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5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6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" type="title">
  <p:cSld name="title">
    <p:spTree>
      <p:nvGrpSpPr>
        <p:cNvPr id="7" name="Shape 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" name="Shape 8"/>
          <p:cNvSpPr/>
          <p:nvPr/>
        </p:nvSpPr>
        <p:spPr>
          <a:xfrm>
            <a:off y="0" x="0"/>
            <a:ext cy="4691399" cx="914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cxnSp>
        <p:nvCxnSpPr>
          <p:cNvPr id="9" name="Shape 9"/>
          <p:cNvCxnSpPr/>
          <p:nvPr/>
        </p:nvCxnSpPr>
        <p:spPr>
          <a:xfrm>
            <a:off y="4662139" x="0"/>
            <a:ext cy="0" cx="914400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w="med" len="med" type="none"/>
            <a:tailEnd w="med" len="med" type="none"/>
          </a:ln>
        </p:spPr>
      </p:cxnSp>
      <p:sp>
        <p:nvSpPr>
          <p:cNvPr id="10" name="Shape 10"/>
          <p:cNvSpPr txBox="1"/>
          <p:nvPr>
            <p:ph type="ctrTitle"/>
          </p:nvPr>
        </p:nvSpPr>
        <p:spPr>
          <a:xfrm>
            <a:off y="2490375" x="685800"/>
            <a:ext cy="2198400" cx="77724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 indent="457200" mar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trike="noStrike" u="none" b="1" cap="none" baseline="0" sz="7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 indent="457200" mar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trike="noStrike" u="none" b="1" cap="none" baseline="0" sz="7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 indent="457200" mar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trike="noStrike" u="none" b="1" cap="none" baseline="0" sz="7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 indent="457200" mar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trike="noStrike" u="none" b="1" cap="none" baseline="0" sz="7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 indent="457200" mar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trike="noStrike" u="none" b="1" cap="none" baseline="0" sz="7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 indent="457200" mar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trike="noStrike" u="none" b="1" cap="none" baseline="0" sz="7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 indent="457200" mar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trike="noStrike" u="none" b="1" cap="none" baseline="0" sz="7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 indent="457200" mar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trike="noStrike" u="none" b="1" cap="none" baseline="0" sz="7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 indent="457200" mar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trike="noStrike" u="none" b="1" cap="none" baseline="0" sz="72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y="4836035" x="685800"/>
            <a:ext cy="1032599" cx="77724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 indent="190500" marL="0">
              <a:spcBef>
                <a:spcPts val="0"/>
              </a:spcBef>
              <a:buClr>
                <a:schemeClr val="dk2"/>
              </a:buClr>
              <a:buSzPct val="100000"/>
              <a:buFont typeface="Arial"/>
              <a:buNone/>
              <a:defRPr strike="noStrike" u="none" b="0" cap="none" baseline="0" sz="3000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x" type="tx">
  <p:cSld name="tx">
    <p:spTree>
      <p:nvGrpSpPr>
        <p:cNvPr id="12" name="Shape 1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3" name="Shape 13"/>
          <p:cNvSpPr/>
          <p:nvPr/>
        </p:nvSpPr>
        <p:spPr>
          <a:xfrm>
            <a:off y="0" x="0"/>
            <a:ext cy="1532999" cx="9144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cxnSp>
        <p:nvCxnSpPr>
          <p:cNvPr id="14" name="Shape 14"/>
          <p:cNvCxnSpPr/>
          <p:nvPr/>
        </p:nvCxnSpPr>
        <p:spPr>
          <a:xfrm>
            <a:off y="1503833" x="0"/>
            <a:ext cy="0" cx="914400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w="med" len="med" type="none"/>
            <a:tailEnd w="med" len="med" type="none"/>
          </a:ln>
        </p:spPr>
      </p:cxnSp>
      <p:sp>
        <p:nvSpPr>
          <p:cNvPr id="15" name="Shape 1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>
              <a:defRPr sz="3600"/>
            </a:lvl1pPr>
            <a:lvl2pPr rtl="0">
              <a:defRPr sz="3600"/>
            </a:lvl2pPr>
            <a:lvl3pPr rtl="0">
              <a:defRPr sz="3600"/>
            </a:lvl3pPr>
            <a:lvl4pPr rtl="0">
              <a:defRPr sz="3600"/>
            </a:lvl4pPr>
            <a:lvl5pPr rtl="0">
              <a:defRPr sz="3600"/>
            </a:lvl5pPr>
            <a:lvl6pPr rtl="0">
              <a:defRPr sz="3600"/>
            </a:lvl6pPr>
            <a:lvl7pPr rtl="0">
              <a:defRPr sz="3600"/>
            </a:lvl7pPr>
            <a:lvl8pPr rtl="0">
              <a:defRPr sz="3600"/>
            </a:lvl8pPr>
            <a:lvl9pPr rtl="0">
              <a:defRPr sz="3600"/>
            </a:lvl9pPr>
          </a:lstStyle>
          <a:p/>
        </p:txBody>
      </p:sp>
      <p:sp>
        <p:nvSpPr>
          <p:cNvPr id="16" name="Shape 16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woColTx" type="twoColTx">
  <p:cSld name="twoColTx">
    <p:spTree>
      <p:nvGrpSpPr>
        <p:cNvPr id="17" name="Shape 1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8" name="Shape 18"/>
          <p:cNvSpPr/>
          <p:nvPr/>
        </p:nvSpPr>
        <p:spPr>
          <a:xfrm>
            <a:off y="0" x="0"/>
            <a:ext cy="1532999" cx="914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cxnSp>
        <p:nvCxnSpPr>
          <p:cNvPr id="19" name="Shape 19"/>
          <p:cNvCxnSpPr/>
          <p:nvPr/>
        </p:nvCxnSpPr>
        <p:spPr>
          <a:xfrm>
            <a:off y="1503833" x="0"/>
            <a:ext cy="0" cx="914400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w="med" len="med" type="none"/>
            <a:tailEnd w="med" len="med" type="none"/>
          </a:ln>
        </p:spPr>
      </p:cxnSp>
      <p:sp>
        <p:nvSpPr>
          <p:cNvPr id="20" name="Shape 20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Shape 21"/>
          <p:cNvSpPr txBox="1"/>
          <p:nvPr>
            <p:ph idx="1" type="body"/>
          </p:nvPr>
        </p:nvSpPr>
        <p:spPr>
          <a:xfrm>
            <a:off y="1600200" x="457200"/>
            <a:ext cy="4967700" cx="39945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  <p:sp>
        <p:nvSpPr>
          <p:cNvPr id="22" name="Shape 22"/>
          <p:cNvSpPr txBox="1"/>
          <p:nvPr>
            <p:ph idx="2" type="body"/>
          </p:nvPr>
        </p:nvSpPr>
        <p:spPr>
          <a:xfrm>
            <a:off y="1600200" x="4692273"/>
            <a:ext cy="4967700" cx="39945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 sz="1800"/>
            </a:lvl5pPr>
            <a:lvl6pPr rtl="0">
              <a:defRPr sz="1800"/>
            </a:lvl6pPr>
            <a:lvl7pPr rtl="0">
              <a:defRPr sz="1800"/>
            </a:lvl7pPr>
            <a:lvl8pPr rtl="0">
              <a:defRPr sz="1800"/>
            </a:lvl8pPr>
            <a:lvl9pPr rtl="0"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titleOnly" type="titleOnly">
  <p:cSld name="titleOnly">
    <p:spTree>
      <p:nvGrpSpPr>
        <p:cNvPr id="23" name="Shape 2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4" name="Shape 24"/>
          <p:cNvSpPr/>
          <p:nvPr/>
        </p:nvSpPr>
        <p:spPr>
          <a:xfrm>
            <a:off y="0" x="0"/>
            <a:ext cy="1532999" cx="9144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cxnSp>
        <p:nvCxnSpPr>
          <p:cNvPr id="25" name="Shape 25"/>
          <p:cNvCxnSpPr/>
          <p:nvPr/>
        </p:nvCxnSpPr>
        <p:spPr>
          <a:xfrm>
            <a:off y="1503833" x="0"/>
            <a:ext cy="0" cx="914400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w="med" len="med" type="none"/>
            <a:tailEnd w="med" len="med" type="none"/>
          </a:ln>
        </p:spPr>
      </p:cxnSp>
      <p:sp>
        <p:nvSpPr>
          <p:cNvPr id="26" name="Shape 26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CAPTION_ONLY">
  <p:cSld name="CAPTION_ONLY">
    <p:spTree>
      <p:nvGrpSpPr>
        <p:cNvPr id="27" name="Shape 2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8" name="Shape 28"/>
          <p:cNvSpPr txBox="1"/>
          <p:nvPr>
            <p:ph idx="1" type="body"/>
          </p:nvPr>
        </p:nvSpPr>
        <p:spPr>
          <a:xfrm>
            <a:off y="5875078" x="457200"/>
            <a:ext cy="692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66666"/>
              <a:buFont typeface="Arial"/>
              <a:buChar char="•"/>
              <a:defRPr b="0" sz="1800">
                <a:solidFill>
                  <a:schemeClr val="dk2"/>
                </a:solidFill>
              </a:defRPr>
            </a:lvl1pPr>
            <a:lvl2pPr algn="l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ourier New"/>
              <a:buChar char="o"/>
              <a:defRPr b="0" sz="1800">
                <a:solidFill>
                  <a:schemeClr val="dk2"/>
                </a:solidFill>
              </a:defRPr>
            </a:lvl2pPr>
            <a:lvl3pPr algn="l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Wingdings"/>
              <a:buChar char="§"/>
              <a:defRPr b="0" sz="1800">
                <a:solidFill>
                  <a:schemeClr val="dk2"/>
                </a:solidFill>
              </a:defRPr>
            </a:lvl3pPr>
            <a:lvl4pPr algn="l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66666"/>
              <a:buFont typeface="Arial"/>
              <a:buChar char="•"/>
              <a:defRPr b="0" sz="1800">
                <a:solidFill>
                  <a:schemeClr val="dk2"/>
                </a:solidFill>
              </a:defRPr>
            </a:lvl4pPr>
            <a:lvl5pPr algn="l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ourier New"/>
              <a:buChar char="o"/>
              <a:defRPr b="0" sz="1800">
                <a:solidFill>
                  <a:schemeClr val="dk2"/>
                </a:solidFill>
              </a:defRPr>
            </a:lvl5pPr>
            <a:lvl6pPr algn="l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Wingdings"/>
              <a:buChar char="§"/>
              <a:defRPr b="0" sz="1800">
                <a:solidFill>
                  <a:schemeClr val="dk2"/>
                </a:solidFill>
              </a:defRPr>
            </a:lvl6pPr>
            <a:lvl7pPr algn="l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66666"/>
              <a:buFont typeface="Arial"/>
              <a:buChar char="•"/>
              <a:defRPr b="0" sz="1800">
                <a:solidFill>
                  <a:schemeClr val="dk2"/>
                </a:solidFill>
              </a:defRPr>
            </a:lvl7pPr>
            <a:lvl8pPr algn="l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ourier New"/>
              <a:buChar char="o"/>
              <a:defRPr b="0" sz="1800">
                <a:solidFill>
                  <a:schemeClr val="dk2"/>
                </a:solidFill>
              </a:defRPr>
            </a:lvl8pPr>
            <a:lvl9pPr algn="l" rtl="0" indent="-285750" marL="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Wingdings"/>
              <a:buChar char="§"/>
              <a:defRPr b="0"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Shape 29"/>
          <p:cNvSpPr/>
          <p:nvPr/>
        </p:nvSpPr>
        <p:spPr>
          <a:xfrm>
            <a:off y="0" x="4274"/>
            <a:ext cy="5875200" cx="9144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/>
        </p:txBody>
      </p:sp>
      <p:cxnSp>
        <p:nvCxnSpPr>
          <p:cNvPr id="30" name="Shape 30"/>
          <p:cNvCxnSpPr/>
          <p:nvPr/>
        </p:nvCxnSpPr>
        <p:spPr>
          <a:xfrm>
            <a:off y="5845828" x="0"/>
            <a:ext cy="0" cx="914400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w="med" len="med" type="none"/>
            <a:tailEnd w="med" len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matchingName="blank" type="blank">
  <p:cSld name="blank">
    <p:bg>
      <p:bgPr>
        <a:solidFill>
          <a:schemeClr val="dk2"/>
        </a:solidFill>
      </p:bgPr>
    </p:bg>
    <p:spTree>
      <p:nvGrpSpPr>
        <p:cNvPr id="31" name="Shape 31"/>
        <p:cNvGrpSpPr/>
        <p:nvPr/>
      </p:nvGrpSpPr>
      <p:grpSpPr>
        <a:xfrm>
          <a:off y="0" x="0"/>
          <a:ext cy="0" cx="0"/>
          <a:chOff y="0" x="0"/>
          <a:chExt cy="0" cx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Target="../slideLayouts/slideLayout2.xml" Type="http://schemas.openxmlformats.org/officeDocument/2006/relationships/slideLayout" Id="rId2"/><Relationship Target="../slideLayouts/slideLayout1.xml" Type="http://schemas.openxmlformats.org/officeDocument/2006/relationships/slideLayout" Id="rId1"/><Relationship Target="../slideLayouts/slideLayout4.xml" Type="http://schemas.openxmlformats.org/officeDocument/2006/relationships/slideLayout" Id="rId4"/><Relationship Target="../slideLayouts/slideLayout3.xml" Type="http://schemas.openxmlformats.org/officeDocument/2006/relationships/slideLayout" Id="rId3"/><Relationship Target="../slideLayouts/slideLayout6.xml" Type="http://schemas.openxmlformats.org/officeDocument/2006/relationships/slideLayout" Id="rId6"/><Relationship Target="../slideLayouts/slideLayout5.xml" Type="http://schemas.openxmlformats.org/officeDocument/2006/relationships/slideLayout" Id="rId5"/><Relationship Target="../theme/theme2.xml" Type="http://schemas.openxmlformats.org/officeDocument/2006/relationships/theme" Id="rId7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" name="Shape 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" name="Shape 5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 indent="228600" mar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 indent="228600" mar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 indent="228600" mar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 indent="228600" mar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 indent="228600" mar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 indent="228600" mar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 indent="228600" mar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 indent="228600" mar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 indent="228600" marL="0">
              <a:spcBef>
                <a:spcPts val="0"/>
              </a:spcBef>
              <a:buClr>
                <a:schemeClr val="lt1"/>
              </a:buClr>
              <a:buSzPct val="100000"/>
              <a:buFont typeface="Arial"/>
              <a:buNone/>
              <a:defRPr strike="noStrike" u="none" b="1" cap="none" baseline="0" sz="36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Shape 6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-342900" marL="342900">
              <a:spcBef>
                <a:spcPts val="600"/>
              </a:spcBef>
              <a:buClr>
                <a:schemeClr val="dk1"/>
              </a:buClr>
              <a:buSzPct val="166666"/>
              <a:buFont typeface="Arial"/>
              <a:buChar char="•"/>
              <a:defRPr strike="noStrike" u="none" b="0" cap="none" baseline="0" sz="30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 indent="-285750" marL="742950">
              <a:spcBef>
                <a:spcPts val="480"/>
              </a:spcBef>
              <a:buClr>
                <a:schemeClr val="dk1"/>
              </a:buClr>
              <a:buSzPct val="100000"/>
              <a:buFont typeface="Courier New"/>
              <a:buChar char="o"/>
              <a:defRPr strike="noStrike" u="none" b="0" cap="none" baseline="0" sz="24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 indent="-228600" marL="1143000">
              <a:spcBef>
                <a:spcPts val="480"/>
              </a:spcBef>
              <a:buClr>
                <a:schemeClr val="dk1"/>
              </a:buClr>
              <a:buSzPct val="100000"/>
              <a:buFont typeface="Wingdings"/>
              <a:buChar char="§"/>
              <a:defRPr strike="noStrike" u="none" b="0" cap="none" baseline="0" sz="24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 indent="-228600" marL="1600200">
              <a:spcBef>
                <a:spcPts val="360"/>
              </a:spcBef>
              <a:buClr>
                <a:schemeClr val="dk1"/>
              </a:buClr>
              <a:buSzPct val="166666"/>
              <a:buFont typeface="Arial"/>
              <a:buChar char="•"/>
              <a:defRPr strike="noStrike" u="none" b="0" cap="none" baseline="0" sz="1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 indent="-228600" marL="2057400">
              <a:spcBef>
                <a:spcPts val="360"/>
              </a:spcBef>
              <a:buClr>
                <a:schemeClr val="dk1"/>
              </a:buClr>
              <a:buSzPct val="100000"/>
              <a:buFont typeface="Courier New"/>
              <a:buChar char="o"/>
              <a:defRPr strike="noStrike" u="none" b="0" cap="none" baseline="0" sz="1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 indent="-228600" marL="2514600">
              <a:spcBef>
                <a:spcPts val="360"/>
              </a:spcBef>
              <a:buClr>
                <a:schemeClr val="dk1"/>
              </a:buClr>
              <a:buSzPct val="100000"/>
              <a:buFont typeface="Wingdings"/>
              <a:buChar char="§"/>
              <a:defRPr strike="noStrike" u="none" b="0" cap="none" baseline="0" sz="1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 indent="-228600" marL="2971800">
              <a:spcBef>
                <a:spcPts val="360"/>
              </a:spcBef>
              <a:buClr>
                <a:schemeClr val="dk1"/>
              </a:buClr>
              <a:buSzPct val="166666"/>
              <a:buFont typeface="Arial"/>
              <a:buChar char="•"/>
              <a:defRPr strike="noStrike" u="none" b="0" cap="none" baseline="0" sz="1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 indent="-228600" marL="3429000">
              <a:spcBef>
                <a:spcPts val="360"/>
              </a:spcBef>
              <a:buClr>
                <a:schemeClr val="dk1"/>
              </a:buClr>
              <a:buSzPct val="100000"/>
              <a:buFont typeface="Courier New"/>
              <a:buChar char="o"/>
              <a:defRPr strike="noStrike" u="none" b="0" cap="none" baseline="0" sz="1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 indent="-228600" marL="3886200">
              <a:spcBef>
                <a:spcPts val="360"/>
              </a:spcBef>
              <a:buClr>
                <a:schemeClr val="dk1"/>
              </a:buClr>
              <a:buSzPct val="100000"/>
              <a:buFont typeface="Wingdings"/>
              <a:buChar char="§"/>
              <a:defRPr strike="noStrike" u="none" b="0" cap="none" baseline="0" sz="18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Target="../notesSlides/notesSlide1.xml" Type="http://schemas.openxmlformats.org/officeDocument/2006/relationships/notesSlide" Id="rId2"/><Relationship Target="../slideLayouts/slideLayout1.xml" Type="http://schemas.openxmlformats.org/officeDocument/2006/relationships/slideLayout" Id="rId1"/><Relationship Target="../media/image00.gif" Type="http://schemas.openxmlformats.org/officeDocument/2006/relationships/image" Id="rId3"/></Relationships>
</file>

<file path=ppt/slides/_rels/slide2.xml.rels><?xml version="1.0" encoding="UTF-8" standalone="yes"?><Relationships xmlns="http://schemas.openxmlformats.org/package/2006/relationships"><Relationship Target="../notesSlides/notesSlide2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1.png" Type="http://schemas.openxmlformats.org/officeDocument/2006/relationships/image" Id="rId3"/></Relationships>
</file>

<file path=ppt/slides/_rels/slide3.xml.rels><?xml version="1.0" encoding="UTF-8" standalone="yes"?><Relationships xmlns="http://schemas.openxmlformats.org/package/2006/relationships"><Relationship Target="../notesSlides/notesSlide3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9.png" Type="http://schemas.openxmlformats.org/officeDocument/2006/relationships/image" Id="rId4"/><Relationship Target="../media/image05.png" Type="http://schemas.openxmlformats.org/officeDocument/2006/relationships/image" Id="rId3"/></Relationships>
</file>

<file path=ppt/slides/_rels/slide4.xml.rels><?xml version="1.0" encoding="UTF-8" standalone="yes"?><Relationships xmlns="http://schemas.openxmlformats.org/package/2006/relationships"><Relationship Target="../notesSlides/notesSlide4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12.jpg" Type="http://schemas.openxmlformats.org/officeDocument/2006/relationships/image" Id="rId3"/></Relationships>
</file>

<file path=ppt/slides/_rels/slide5.xml.rels><?xml version="1.0" encoding="UTF-8" standalone="yes"?><Relationships xmlns="http://schemas.openxmlformats.org/package/2006/relationships"><Relationship Target="../notesSlides/notesSlide5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3.png" Type="http://schemas.openxmlformats.org/officeDocument/2006/relationships/image" Id="rId3"/></Relationships>
</file>

<file path=ppt/slides/_rels/slide6.xml.rels><?xml version="1.0" encoding="UTF-8" standalone="yes"?><Relationships xmlns="http://schemas.openxmlformats.org/package/2006/relationships"><Relationship Target="../notesSlides/notesSlide6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1.png" Type="http://schemas.openxmlformats.org/officeDocument/2006/relationships/image" Id="rId4"/><Relationship Target="../media/image06.png" Type="http://schemas.openxmlformats.org/officeDocument/2006/relationships/image" Id="rId3"/></Relationships>
</file>

<file path=ppt/slides/_rels/slide7.xml.rels><?xml version="1.0" encoding="UTF-8" standalone="yes"?><Relationships xmlns="http://schemas.openxmlformats.org/package/2006/relationships"><Relationship Target="../notesSlides/notesSlide7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2.png" Type="http://schemas.openxmlformats.org/officeDocument/2006/relationships/image" Id="rId4"/><Relationship Target="../media/image03.png" Type="http://schemas.openxmlformats.org/officeDocument/2006/relationships/image" Id="rId3"/></Relationships>
</file>

<file path=ppt/slides/_rels/slide8.xml.rels><?xml version="1.0" encoding="UTF-8" standalone="yes"?><Relationships xmlns="http://schemas.openxmlformats.org/package/2006/relationships"><Relationship Target="../notesSlides/notesSlide8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9.xml.rels><?xml version="1.0" encoding="UTF-8" standalone="yes"?><Relationships xmlns="http://schemas.openxmlformats.org/package/2006/relationships"><Relationship Target="../notesSlides/notesSlide9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7.jpg" Type="http://schemas.openxmlformats.org/officeDocument/2006/relationships/image" Id="rId3"/></Relationships>
</file>

<file path=ppt/slides/_rels/slide10.xml.rels><?xml version="1.0" encoding="UTF-8" standalone="yes"?><Relationships xmlns="http://schemas.openxmlformats.org/package/2006/relationships"><Relationship Target="../notesSlides/notesSlide10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1.xml.rels><?xml version="1.0" encoding="UTF-8" standalone="yes"?><Relationships xmlns="http://schemas.openxmlformats.org/package/2006/relationships"><Relationship Target="../notesSlides/notesSlide11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4.png" Type="http://schemas.openxmlformats.org/officeDocument/2006/relationships/image" Id="rId3"/></Relationships>
</file>

<file path=ppt/slides/_rels/slide12.xml.rels><?xml version="1.0" encoding="UTF-8" standalone="yes"?><Relationships xmlns="http://schemas.openxmlformats.org/package/2006/relationships"><Relationship Target="../notesSlides/notesSlide1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3.xml.rels><?xml version="1.0" encoding="UTF-8" standalone="yes"?><Relationships xmlns="http://schemas.openxmlformats.org/package/2006/relationships"><Relationship Target="../notesSlides/notesSlide13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8.gif" Type="http://schemas.openxmlformats.org/officeDocument/2006/relationships/image" Id="rId4"/><Relationship Target="../media/image10.png" Type="http://schemas.openxmlformats.org/officeDocument/2006/relationships/image" Id="rId3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2" name="Shape 3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3" name="Shape 33"/>
          <p:cNvSpPr txBox="1"/>
          <p:nvPr>
            <p:ph type="ctrTitle"/>
          </p:nvPr>
        </p:nvSpPr>
        <p:spPr>
          <a:xfrm>
            <a:off y="2490375" x="685800"/>
            <a:ext cy="2198400" cx="77724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Tribal Knowledge</a:t>
            </a:r>
          </a:p>
        </p:txBody>
      </p:sp>
      <p:sp>
        <p:nvSpPr>
          <p:cNvPr id="34" name="Shape 34"/>
          <p:cNvSpPr txBox="1"/>
          <p:nvPr>
            <p:ph idx="1" type="subTitle"/>
          </p:nvPr>
        </p:nvSpPr>
        <p:spPr>
          <a:xfrm>
            <a:off y="4836021" x="685800"/>
            <a:ext cy="1397100" cx="77724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Team Undefined Reference to teamName</a:t>
            </a:r>
          </a:p>
          <a:p>
            <a:pPr>
              <a:buNone/>
            </a:pPr>
            <a:r>
              <a:rPr sz="2400" lang="en"/>
              <a:t>Andrew Cooney, Andrew Thomas, Leif Dreizler, Scott Bishop, Zach Sperske</a:t>
            </a:r>
          </a:p>
        </p:txBody>
      </p:sp>
      <p:sp>
        <p:nvSpPr>
          <p:cNvPr id="35" name="Shape 35"/>
          <p:cNvSpPr/>
          <p:nvPr/>
        </p:nvSpPr>
        <p:spPr>
          <a:xfrm>
            <a:off y="6186850" x="7558251"/>
            <a:ext cy="593625" cx="152184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9" name="Shape 3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0" name="Shape 40"/>
          <p:cNvSpPr txBox="1"/>
          <p:nvPr>
            <p:ph type="title"/>
          </p:nvPr>
        </p:nvSpPr>
        <p:spPr>
          <a:xfrm>
            <a:off y="137087" x="369225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/>
              <a:t> Step-by-Step Videos</a:t>
            </a:r>
          </a:p>
        </p:txBody>
      </p:sp>
      <p:sp>
        <p:nvSpPr>
          <p:cNvPr id="41" name="Shape 41"/>
          <p:cNvSpPr/>
          <p:nvPr/>
        </p:nvSpPr>
        <p:spPr>
          <a:xfrm>
            <a:off y="1633537" x="190500"/>
            <a:ext cy="5114925" cx="8763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5" name="Shape 4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6" name="Shape 46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Twitter Bootstrap</a:t>
            </a:r>
          </a:p>
        </p:txBody>
      </p:sp>
      <p:sp>
        <p:nvSpPr>
          <p:cNvPr id="47" name="Shape 47"/>
          <p:cNvSpPr/>
          <p:nvPr/>
        </p:nvSpPr>
        <p:spPr>
          <a:xfrm>
            <a:off y="4667250" x="914400"/>
            <a:ext cy="1638300" cx="7620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8" name="Shape 48"/>
          <p:cNvSpPr/>
          <p:nvPr/>
        </p:nvSpPr>
        <p:spPr>
          <a:xfrm>
            <a:off y="1563449" x="817600"/>
            <a:ext cy="2748374" cx="449619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49" name="Shape 49"/>
          <p:cNvSpPr txBox="1"/>
          <p:nvPr/>
        </p:nvSpPr>
        <p:spPr>
          <a:xfrm>
            <a:off y="2393800" x="5554125"/>
            <a:ext cy="2078100" cx="1718100"/>
          </a:xfrm>
          <a:prstGeom prst="rect">
            <a:avLst/>
          </a:prstGeom>
          <a:noFill/>
        </p:spPr>
        <p:txBody>
          <a:bodyPr bIns="91425" rIns="91425" lIns="91425" tIns="91425" anchor="t" anchorCtr="0">
            <a:noAutofit/>
          </a:bodyPr>
          <a:lstStyle/>
          <a:p>
            <a:pPr>
              <a:buNone/>
            </a:pPr>
            <a:r>
              <a:rPr sz="9600" lang="en"/>
              <a:t>=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3" name="Shape 5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4" name="Shape 54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Job Postings</a:t>
            </a:r>
          </a:p>
        </p:txBody>
      </p:sp>
      <p:sp>
        <p:nvSpPr>
          <p:cNvPr id="55" name="Shape 55"/>
          <p:cNvSpPr/>
          <p:nvPr/>
        </p:nvSpPr>
        <p:spPr>
          <a:xfrm>
            <a:off y="1663851" x="1066800"/>
            <a:ext cy="5117948" cx="690802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cxnSp>
        <p:nvCxnSpPr>
          <p:cNvPr id="56" name="Shape 56"/>
          <p:cNvCxnSpPr/>
          <p:nvPr/>
        </p:nvCxnSpPr>
        <p:spPr>
          <a:xfrm>
            <a:off y="1576375" x="857450"/>
            <a:ext cy="5098499" cx="7342799"/>
          </a:xfrm>
          <a:prstGeom prst="straightConnector1">
            <a:avLst/>
          </a:prstGeom>
          <a:noFill/>
          <a:ln w="76200" cap="flat">
            <a:solidFill>
              <a:srgbClr val="FF0000"/>
            </a:solidFill>
            <a:prstDash val="solid"/>
            <a:round/>
            <a:headEnd w="lg" len="lg" type="none"/>
            <a:tailEnd w="lg" len="lg" type="none"/>
          </a:ln>
        </p:spPr>
      </p:cxnSp>
      <p:cxnSp>
        <p:nvCxnSpPr>
          <p:cNvPr id="57" name="Shape 57"/>
          <p:cNvCxnSpPr/>
          <p:nvPr/>
        </p:nvCxnSpPr>
        <p:spPr>
          <a:xfrm flipH="1">
            <a:off y="1423975" x="1051324"/>
            <a:ext cy="5292599" cx="7218300"/>
          </a:xfrm>
          <a:prstGeom prst="straightConnector1">
            <a:avLst/>
          </a:prstGeom>
          <a:noFill/>
          <a:ln w="76200" cap="flat">
            <a:solidFill>
              <a:srgbClr val="FF0000"/>
            </a:solidFill>
            <a:prstDash val="solid"/>
            <a:round/>
            <a:headEnd w="lg" len="lg" type="none"/>
            <a:tailEnd w="lg" len="lg" type="none"/>
          </a:ln>
        </p:spPr>
      </p:cxn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1" name="Shape 6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2" name="Shape 62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Google App Engine</a:t>
            </a:r>
          </a:p>
        </p:txBody>
      </p:sp>
      <p:sp>
        <p:nvSpPr>
          <p:cNvPr id="63" name="Shape 63"/>
          <p:cNvSpPr/>
          <p:nvPr/>
        </p:nvSpPr>
        <p:spPr>
          <a:xfrm>
            <a:off y="2089400" x="2557350"/>
            <a:ext cy="4178300" cx="40259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7" name="Shape 6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8" name="Shape 68"/>
          <p:cNvSpPr/>
          <p:nvPr/>
        </p:nvSpPr>
        <p:spPr>
          <a:xfrm>
            <a:off y="274650" x="457200"/>
            <a:ext cy="952500" cx="516255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69" name="Shape 69"/>
          <p:cNvSpPr/>
          <p:nvPr/>
        </p:nvSpPr>
        <p:spPr>
          <a:xfrm>
            <a:off y="1837075" x="3273475"/>
            <a:ext cy="4752599" cx="259705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3" name="Shape 7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4" name="Shape 74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/>
              <a:t>GAE DataStore and BlobStore</a:t>
            </a:r>
          </a:p>
        </p:txBody>
      </p:sp>
      <p:sp>
        <p:nvSpPr>
          <p:cNvPr id="75" name="Shape 75"/>
          <p:cNvSpPr/>
          <p:nvPr/>
        </p:nvSpPr>
        <p:spPr>
          <a:xfrm>
            <a:off y="2182150" x="3438662"/>
            <a:ext cy="2359524" cx="226667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sp>
      <p:sp>
        <p:nvSpPr>
          <p:cNvPr id="76" name="Shape 76"/>
          <p:cNvSpPr/>
          <p:nvPr/>
        </p:nvSpPr>
        <p:spPr>
          <a:xfrm>
            <a:off y="5052701" x="1642850"/>
            <a:ext cy="1280924" cx="585829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0" name="Shape 8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1" name="Shape 81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Fuzzy Search Algorithm</a:t>
            </a:r>
          </a:p>
        </p:txBody>
      </p:sp>
      <p:sp>
        <p:nvSpPr>
          <p:cNvPr id="82" name="Shape 82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Also known as approximate string matching</a:t>
            </a:r>
          </a:p>
          <a:p>
            <a:r>
              <a:t/>
            </a:r>
          </a:p>
          <a:p>
            <a:pPr rtl="0" lvl="0">
              <a:buNone/>
            </a:pPr>
            <a:r>
              <a:rPr lang="en"/>
              <a:t>Finds strings that match a pattern approximately</a:t>
            </a:r>
          </a:p>
          <a:p>
            <a:r>
              <a:t/>
            </a:r>
          </a:p>
          <a:p>
            <a:pPr rtl="0" lvl="0">
              <a:buNone/>
            </a:pPr>
            <a:r>
              <a:rPr lang="en"/>
              <a:t>"GetHub" </a:t>
            </a:r>
            <a:r>
              <a:rPr lang="en">
                <a:solidFill>
                  <a:srgbClr val="000000"/>
                </a:solidFill>
              </a:rPr>
              <a:t>→</a:t>
            </a:r>
            <a:r>
              <a:rPr lang="en"/>
              <a:t> "GitHub"</a:t>
            </a:r>
          </a:p>
          <a:p>
            <a:r>
              <a:t/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6" name="Shape 8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7" name="Shape 87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buNone/>
            </a:pPr>
            <a:r>
              <a:rPr lang="en"/>
              <a:t>Fuzzy Search Algorithm</a:t>
            </a:r>
          </a:p>
        </p:txBody>
      </p:sp>
      <p:sp>
        <p:nvSpPr>
          <p:cNvPr id="88" name="Shape 88"/>
          <p:cNvSpPr/>
          <p:nvPr/>
        </p:nvSpPr>
        <p:spPr>
          <a:xfrm>
            <a:off y="2068837" x="2555850"/>
            <a:ext cy="4030424" cx="403227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2" name="Shape 9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3" name="Shape 93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Fuzzy Search Algorithm</a:t>
            </a:r>
          </a:p>
        </p:txBody>
      </p:sp>
      <p:sp>
        <p:nvSpPr>
          <p:cNvPr id="94" name="Shape 94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Number of operations necessary to convert the string to an exact match</a:t>
            </a:r>
          </a:p>
          <a:p>
            <a:r>
              <a:t/>
            </a:r>
          </a:p>
          <a:p>
            <a:pPr rtl="0" lvl="0">
              <a:lnSpc>
                <a:spcPct val="130823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en">
                <a:solidFill>
                  <a:srgbClr val="000000"/>
                </a:solidFill>
              </a:rPr>
              <a:t>Insertion: </a:t>
            </a:r>
            <a:r>
              <a:rPr lang="en" i="1">
                <a:solidFill>
                  <a:srgbClr val="000000"/>
                </a:solidFill>
              </a:rPr>
              <a:t>cot</a:t>
            </a:r>
            <a:r>
              <a:rPr lang="en">
                <a:solidFill>
                  <a:srgbClr val="000000"/>
                </a:solidFill>
              </a:rPr>
              <a:t> → </a:t>
            </a:r>
            <a:r>
              <a:rPr lang="en" i="1">
                <a:solidFill>
                  <a:srgbClr val="000000"/>
                </a:solidFill>
              </a:rPr>
              <a:t>co</a:t>
            </a:r>
            <a:r>
              <a:rPr b="1" lang="en" i="1">
                <a:solidFill>
                  <a:srgbClr val="000000"/>
                </a:solidFill>
              </a:rPr>
              <a:t>a</a:t>
            </a:r>
            <a:r>
              <a:rPr lang="en" i="1">
                <a:solidFill>
                  <a:srgbClr val="000000"/>
                </a:solidFill>
              </a:rPr>
              <a:t>t</a:t>
            </a:r>
          </a:p>
          <a:p>
            <a:r>
              <a:t/>
            </a:r>
          </a:p>
          <a:p>
            <a:pPr rtl="0" lvl="0">
              <a:lnSpc>
                <a:spcPct val="130823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en">
                <a:solidFill>
                  <a:srgbClr val="000000"/>
                </a:solidFill>
              </a:rPr>
              <a:t>Deletion: </a:t>
            </a:r>
            <a:r>
              <a:rPr lang="en" i="1">
                <a:solidFill>
                  <a:srgbClr val="000000"/>
                </a:solidFill>
              </a:rPr>
              <a:t>co</a:t>
            </a:r>
            <a:r>
              <a:rPr b="1" lang="en" i="1">
                <a:solidFill>
                  <a:srgbClr val="000000"/>
                </a:solidFill>
              </a:rPr>
              <a:t>a</a:t>
            </a:r>
            <a:r>
              <a:rPr lang="en" i="1">
                <a:solidFill>
                  <a:srgbClr val="000000"/>
                </a:solidFill>
              </a:rPr>
              <a:t>t</a:t>
            </a:r>
            <a:r>
              <a:rPr lang="en">
                <a:solidFill>
                  <a:srgbClr val="000000"/>
                </a:solidFill>
              </a:rPr>
              <a:t> → </a:t>
            </a:r>
            <a:r>
              <a:rPr lang="en" i="1">
                <a:solidFill>
                  <a:srgbClr val="000000"/>
                </a:solidFill>
              </a:rPr>
              <a:t>cot</a:t>
            </a:r>
          </a:p>
          <a:p>
            <a:r>
              <a:t/>
            </a:r>
          </a:p>
          <a:p>
            <a:pPr rtl="0" lvl="0">
              <a:lnSpc>
                <a:spcPct val="130823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en">
                <a:solidFill>
                  <a:srgbClr val="000000"/>
                </a:solidFill>
              </a:rPr>
              <a:t>Substitution: </a:t>
            </a:r>
            <a:r>
              <a:rPr lang="en" i="1">
                <a:solidFill>
                  <a:srgbClr val="000000"/>
                </a:solidFill>
              </a:rPr>
              <a:t>co</a:t>
            </a:r>
            <a:r>
              <a:rPr b="1" lang="en" i="1">
                <a:solidFill>
                  <a:srgbClr val="000000"/>
                </a:solidFill>
              </a:rPr>
              <a:t>a</a:t>
            </a:r>
            <a:r>
              <a:rPr lang="en" i="1">
                <a:solidFill>
                  <a:srgbClr val="000000"/>
                </a:solidFill>
              </a:rPr>
              <a:t>t</a:t>
            </a:r>
            <a:r>
              <a:rPr lang="en">
                <a:solidFill>
                  <a:srgbClr val="000000"/>
                </a:solidFill>
              </a:rPr>
              <a:t> → </a:t>
            </a:r>
            <a:r>
              <a:rPr lang="en" i="1">
                <a:solidFill>
                  <a:srgbClr val="000000"/>
                </a:solidFill>
              </a:rPr>
              <a:t>co</a:t>
            </a:r>
            <a:r>
              <a:rPr b="1" lang="en" i="1">
                <a:solidFill>
                  <a:srgbClr val="000000"/>
                </a:solidFill>
              </a:rPr>
              <a:t>s</a:t>
            </a:r>
            <a:r>
              <a:rPr lang="en" i="1">
                <a:solidFill>
                  <a:srgbClr val="000000"/>
                </a:solidFill>
              </a:rPr>
              <a:t>t</a:t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8" name="Shape 9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9" name="Shape 99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Search Scores</a:t>
            </a:r>
          </a:p>
        </p:txBody>
      </p:sp>
      <p:sp>
        <p:nvSpPr>
          <p:cNvPr id="100" name="Shape 100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/>
              <a:t>
</a:t>
            </a:r>
            <a:r>
              <a:rPr lang="en"/>
              <a:t>		</a:t>
            </a:r>
          </a:p>
          <a:p>
            <a:pPr rtl="0" lvl="0" indent="0" marL="914400">
              <a:buNone/>
            </a:pPr>
            <a:r>
              <a:rPr lang="en"/>
              <a:t>No Match					     Perfect Match</a:t>
            </a:r>
          </a:p>
          <a:p>
            <a:r>
              <a:t/>
            </a:r>
          </a:p>
          <a:p>
            <a:pPr rtl="0" lvl="0" indent="0" marL="914400">
              <a:buNone/>
            </a:pPr>
            <a:r>
              <a:rPr sz="2400" lang="en"/>
              <a:t>  </a:t>
            </a:r>
            <a:r>
              <a:rPr b="1" sz="2400" lang="en"/>
              <a:t> "z"      		"Knowledge"     "Tribal Knowledge"</a:t>
            </a:r>
          </a:p>
          <a:p>
            <a:r>
              <a:t/>
            </a:r>
          </a:p>
          <a:p>
            <a:r>
              <a:t/>
            </a:r>
          </a:p>
          <a:p>
            <a:pPr indent="0" marL="0">
              <a:buNone/>
            </a:pPr>
            <a:r>
              <a:rPr lang="en"/>
              <a:t>If searching for a video titled "Tribal Knowledge"</a:t>
            </a:r>
          </a:p>
        </p:txBody>
      </p:sp>
      <p:sp>
        <p:nvSpPr>
          <p:cNvPr id="101" name="Shape 101"/>
          <p:cNvSpPr/>
          <p:nvPr/>
        </p:nvSpPr>
        <p:spPr>
          <a:xfrm>
            <a:off y="2015575" x="1733550"/>
            <a:ext cy="323850" cx="56769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5" name="Shape 10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6" name="Shape 106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Google Query Language</a:t>
            </a:r>
          </a:p>
        </p:txBody>
      </p:sp>
      <p:sp>
        <p:nvSpPr>
          <p:cNvPr id="107" name="Shape 107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buNone/>
            </a:pPr>
            <a:r>
              <a:rPr lang="en">
                <a:solidFill>
                  <a:srgbClr val="222222"/>
                </a:solidFill>
              </a:rPr>
              <a:t>SQL-like language for retrieving entities or keys from datastore</a:t>
            </a:r>
          </a:p>
          <a:p>
            <a:r>
              <a:t/>
            </a:r>
          </a:p>
          <a:p>
            <a:pPr rtl="0" lvl="0">
              <a:buNone/>
            </a:pPr>
            <a:r>
              <a:rPr lang="en"/>
              <a:t>Example queries: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GqlQuery(</a:t>
            </a:r>
            <a:r>
              <a:rPr sz="1800" lang="en">
                <a:solidFill>
                  <a:srgbClr val="DD1144"/>
                </a:solidFill>
                <a:latin typeface="Verdana"/>
                <a:ea typeface="Verdana"/>
                <a:cs typeface="Verdana"/>
                <a:sym typeface="Verdana"/>
              </a:rPr>
              <a:t>"SELECT * FROM Videos"</a:t>
            </a:r>
            <a:r>
              <a:rPr sz="1800" lang="en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GqlQuery(</a:t>
            </a:r>
            <a:r>
              <a:rPr sz="1800" lang="en">
                <a:solidFill>
                  <a:srgbClr val="DD1144"/>
                </a:solidFill>
                <a:latin typeface="Verdana"/>
                <a:ea typeface="Verdana"/>
                <a:cs typeface="Verdana"/>
                <a:sym typeface="Verdana"/>
              </a:rPr>
              <a:t>"SELECT * FROM Videos WHERE videoID = :1"</a:t>
            </a:r>
            <a:r>
              <a:rPr sz="1800" lang="en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sz="1800" lang="en">
                <a:solidFill>
                  <a:srgbClr val="0086B3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sz="1800" lang="en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(vid_id))</a:t>
            </a:r>
          </a:p>
          <a:p>
            <a:r>
              <a:t/>
            </a:r>
          </a:p>
          <a:p>
            <a:pPr rtl="0" lvl="0">
              <a:buNone/>
            </a:pPr>
            <a:r>
              <a:rPr sz="1800" lang="en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GqlQuery(</a:t>
            </a:r>
            <a:r>
              <a:rPr sz="1800" lang="en">
                <a:solidFill>
                  <a:srgbClr val="DD1144"/>
                </a:solidFill>
                <a:latin typeface="Verdana"/>
                <a:ea typeface="Verdana"/>
                <a:cs typeface="Verdana"/>
                <a:sym typeface="Verdana"/>
              </a:rPr>
              <a:t>"SELECT * FROM Videos WHERE creator = :1 ORDER BY</a:t>
            </a:r>
          </a:p>
          <a:p>
            <a:pPr indent="0" marL="914400">
              <a:buNone/>
            </a:pPr>
            <a:r>
              <a:rPr sz="1800" lang="en">
                <a:solidFill>
                  <a:srgbClr val="DD1144"/>
                </a:solidFill>
                <a:latin typeface="Verdana"/>
                <a:ea typeface="Verdana"/>
                <a:cs typeface="Verdana"/>
                <a:sym typeface="Verdana"/>
              </a:rPr>
              <a:t>    date DESC"</a:t>
            </a:r>
            <a:r>
              <a:rPr sz="1800" lang="en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, user</a:t>
            </a:r>
            <a:r>
              <a:rPr b="1" sz="1800" lang="en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sz="1800" lang="en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nickname())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1" name="Shape 11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2" name="Shape 112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>
              <a:buNone/>
            </a:pPr>
            <a:r>
              <a:rPr lang="en"/>
              <a:t>Selenium Testing</a:t>
            </a:r>
          </a:p>
        </p:txBody>
      </p:sp>
      <p:sp>
        <p:nvSpPr>
          <p:cNvPr id="113" name="Shape 113"/>
          <p:cNvSpPr txBox="1"/>
          <p:nvPr>
            <p:ph idx="1" type="body"/>
          </p:nvPr>
        </p:nvSpPr>
        <p:spPr>
          <a:xfrm>
            <a:off y="1600200" x="457200"/>
            <a:ext cy="4967700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indent="0" marL="0">
              <a:buNone/>
            </a:pPr>
            <a:r>
              <a:rPr lang="en"/>
              <a:t> Selenium IDE						WebDriver</a:t>
            </a:r>
          </a:p>
        </p:txBody>
      </p:sp>
      <p:sp>
        <p:nvSpPr>
          <p:cNvPr id="114" name="Shape 114"/>
          <p:cNvSpPr/>
          <p:nvPr/>
        </p:nvSpPr>
        <p:spPr>
          <a:xfrm>
            <a:off y="2380987" x="4580350"/>
            <a:ext cy="4228725" cx="433402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15" name="Shape 115"/>
          <p:cNvSpPr/>
          <p:nvPr/>
        </p:nvSpPr>
        <p:spPr>
          <a:xfrm>
            <a:off y="2381005" x="457200"/>
            <a:ext cy="4176499" cx="319464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Custom 233">
      <a:dk1>
        <a:srgbClr val="000000"/>
      </a:dk1>
      <a:lt1>
        <a:srgbClr val="FFFFFF"/>
      </a:lt1>
      <a:dk2>
        <a:srgbClr val="2388DB"/>
      </a:dk2>
      <a:lt2>
        <a:srgbClr val="BBD7F8"/>
      </a:lt2>
      <a:accent1>
        <a:srgbClr val="80B606"/>
      </a:accent1>
      <a:accent2>
        <a:srgbClr val="E29F1D"/>
      </a:accent2>
      <a:accent3>
        <a:srgbClr val="1D6FB2"/>
      </a:accent3>
      <a:accent4>
        <a:srgbClr val="3FAC98"/>
      </a:accent4>
      <a:accent5>
        <a:srgbClr val="5B57BB"/>
      </a:accent5>
      <a:accent6>
        <a:srgbClr val="D1505E"/>
      </a:accent6>
      <a:hlink>
        <a:srgbClr val="185DA2"/>
      </a:hlink>
      <a:folHlink>
        <a:srgbClr val="00487B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